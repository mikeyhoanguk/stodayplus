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9" r:id="rId4"/>
    <p:sldId id="261" r:id="rId5"/>
    <p:sldId id="262" r:id="rId6"/>
    <p:sldId id="273" r:id="rId7"/>
    <p:sldId id="264" r:id="rId8"/>
    <p:sldId id="265" r:id="rId9"/>
    <p:sldId id="266" r:id="rId10"/>
    <p:sldId id="267" r:id="rId11"/>
    <p:sldId id="268" r:id="rId12"/>
    <p:sldId id="269" r:id="rId13"/>
    <p:sldId id="294" r:id="rId14"/>
    <p:sldId id="295" r:id="rId15"/>
    <p:sldId id="296" r:id="rId16"/>
    <p:sldId id="297" r:id="rId17"/>
    <p:sldId id="270" r:id="rId18"/>
    <p:sldId id="298" r:id="rId19"/>
    <p:sldId id="299" r:id="rId20"/>
    <p:sldId id="300" r:id="rId21"/>
    <p:sldId id="271" r:id="rId22"/>
    <p:sldId id="301" r:id="rId23"/>
    <p:sldId id="302" r:id="rId24"/>
    <p:sldId id="303" r:id="rId25"/>
    <p:sldId id="272" r:id="rId26"/>
    <p:sldId id="274" r:id="rId27"/>
    <p:sldId id="275" r:id="rId28"/>
    <p:sldId id="276" r:id="rId29"/>
    <p:sldId id="304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305" r:id="rId40"/>
    <p:sldId id="306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5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D04C6-EA49-4772-83C6-D6D14088E696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6A75A-C516-48AF-A16A-F6DFF736D0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67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A75A-C516-48AF-A16A-F6DFF736D0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528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A75A-C516-48AF-A16A-F6DFF736D08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706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A75A-C516-48AF-A16A-F6DFF736D08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320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E596-FE91-98C8-D094-2BF2B8ED1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9FA71-D647-88A6-CC37-C747BB409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2BC6-631D-4E8E-1485-28A8BCF4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1E247-26FE-062E-F383-9FBFEF86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2DD6-99F2-2B06-2853-FB3936BC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1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8F01-53F5-E53C-F6C3-FB825EF3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0BB61-65BD-1FB5-EB36-F23C3FB0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97F4E-F939-543B-DBDB-A23E3BD2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22502-C375-2F4A-8C2F-7EFBB05AB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DED65-6173-A2C0-976C-2992177B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76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434D-7164-646A-7927-4A845CA7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D2CAB-62F5-D2CF-919B-394DE72E9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C570B-FFB2-23B0-812C-2EFD275F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2B967-BC45-809C-2790-C9EDBF01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02376-0366-AB60-4297-EDA117BA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68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F574-C3A2-4EB8-A997-929D1D3F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66E6-BB84-C34D-1938-EFD56B932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C6661-9335-FAF3-DF6E-C7EC05A40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4B3DC-AC0D-D82C-44F0-96B155B6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5646F-6D67-C69D-8255-CA2CE84D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33B9B-00F1-981A-87FC-83D041D2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32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6D6E-3E43-A1CF-52FB-556D084D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72BEE-D49B-34C8-BE0B-27E4CAEA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88F83-76E5-C604-E8E6-28758EE3A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9F9F4-BAC8-3C85-3AC0-03410AE0D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7E013-5CE0-8FC5-02A8-BA230A75A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C9AC2-9A5C-9D8B-B54A-56CBEDB0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26378-7C46-6CFA-68D8-2C019054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39B26-0355-0816-2800-700A3DA8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03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00E2-9DB3-3017-8BA4-7E5C9123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04474-F361-34E4-7434-49FF9DD9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C0F8-FF78-610A-7963-607180F0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54FF3-1E67-EB28-F37C-A9838F8A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14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E2E77-65A6-2D4E-A18A-6A556B81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9BB08-F7DF-D80E-BDEC-B7E03E12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2DF5B-F49D-AFB3-95C0-D4C53B19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48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7030-41DA-72AD-07F3-13248547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F0F9-A8CE-EE59-8F54-7B2CE2825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868CE-2ECC-265C-26B5-C4770B067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647B-91DD-331F-51E8-1D14EF86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B7F5F-C41C-5AAF-0E94-24C7A9A4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F61E9-CB91-DD9B-03BE-4E10763A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95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8355-6AD8-284D-4819-B6F0C7D8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E2B9C-558D-C036-CE88-0103B0891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63847-B138-44CD-154C-C89C7C6C2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9E11F-4435-35EB-0B17-7C5641F5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8C1F1-3DF4-53CA-FED5-0969D9C7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7AF25-A0D2-A2A3-AE4C-02FB7643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15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41C8-11FA-1058-4BEA-7202EE475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033C0-54A9-73F1-80B1-FB4F0DF54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58F7D-5F41-BFC6-BB01-B7199F55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7980B-8A7C-F4EC-F89D-99667CD4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BA879-B351-72AD-1FDF-6B49BD07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68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195F5-CE81-D07B-9904-09E6D8227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2EFDB-E80C-2181-74DC-C02F8D40C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172C4-9E32-C1B5-AE2F-496A34CF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EFA10-28F7-6717-46A7-52406B31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74C19-98DF-69AC-0C2C-E4CC1355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95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18215-5B0E-8AE5-285F-59ED1733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04A02-6C16-79E4-31C4-957043B7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4B38-944C-F16C-2760-25E15BB06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DFD8C-0907-43D3-899D-78788CAAAD13}" type="datetimeFigureOut">
              <a:rPr lang="en-GB" smtClean="0"/>
              <a:t>19/05/2025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402A7-98E4-B3A4-791B-E45F29CF2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0CF5A-116E-C8D2-3FC7-F0E8FB7C6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CFF20-C9C2-4C5E-9BCD-EEEB7C512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47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4170-2382-AD1E-0E95-43C677EFA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66608"/>
          </a:xfrm>
        </p:spPr>
        <p:txBody>
          <a:bodyPr>
            <a:normAutofit/>
          </a:bodyPr>
          <a:lstStyle/>
          <a:p>
            <a:r>
              <a:rPr lang="en-GB" sz="5000" dirty="0">
                <a:latin typeface="Aharoni" panose="020F0502020204030204" pitchFamily="2" charset="-79"/>
                <a:cs typeface="Aharoni" panose="020F0502020204030204" pitchFamily="2" charset="-79"/>
              </a:rPr>
              <a:t>You probably clicked the link because…</a:t>
            </a:r>
          </a:p>
        </p:txBody>
      </p:sp>
    </p:spTree>
    <p:extLst>
      <p:ext uri="{BB962C8B-B14F-4D97-AF65-F5344CB8AC3E}">
        <p14:creationId xmlns:p14="http://schemas.microsoft.com/office/powerpoint/2010/main" val="14257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7634F-4045-F08B-B371-6BF70D85F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453" y="871722"/>
            <a:ext cx="9773093" cy="511455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You can’t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for 10+ minutes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You leave revision for too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late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(2 weeks prior to exams)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You are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tired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from just re-reading and highlighting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You struggle with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burn-outs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and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demotivation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You have spent hours studying but retain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182737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8D56-1C2F-D270-1CBD-FE6BF620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583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GOOD NEWS</a:t>
            </a:r>
            <a:r>
              <a:rPr lang="en-GB" sz="3200" dirty="0">
                <a:latin typeface="Aharoni" panose="02010803020104030203" pitchFamily="2" charset="-79"/>
                <a:cs typeface="Aharoni" panose="02010803020104030203" pitchFamily="2" charset="-79"/>
              </a:rPr>
              <a:t>: You have found the right place</a:t>
            </a:r>
          </a:p>
        </p:txBody>
      </p:sp>
    </p:spTree>
    <p:extLst>
      <p:ext uri="{BB962C8B-B14F-4D97-AF65-F5344CB8AC3E}">
        <p14:creationId xmlns:p14="http://schemas.microsoft.com/office/powerpoint/2010/main" val="201693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D13A-B118-1172-F89A-485A5F7A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/>
          <a:lstStyle/>
          <a:p>
            <a:pPr algn="ctr"/>
            <a:r>
              <a:rPr lang="en-GB">
                <a:latin typeface="Aharoni" panose="02010803020104030203" pitchFamily="2" charset="-79"/>
                <a:cs typeface="Aharoni" panose="02010803020104030203" pitchFamily="2" charset="-79"/>
              </a:rPr>
              <a:t>About me</a:t>
            </a: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F8802-1E8D-3C78-BBC6-3266EA541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3192" y="1198786"/>
            <a:ext cx="8165615" cy="2165903"/>
          </a:xfrm>
          <a:prstGeom prst="rect">
            <a:avLst/>
          </a:prstGeom>
        </p:spPr>
      </p:pic>
      <p:pic>
        <p:nvPicPr>
          <p:cNvPr id="5" name="Picture 4" descr="A pair of men wearing white lab coats and goggles holding a chart of colored liquids&#10;&#10;AI-generated content may be incorrect.">
            <a:extLst>
              <a:ext uri="{FF2B5EF4-FFF2-40B4-BE49-F238E27FC236}">
                <a16:creationId xmlns:a16="http://schemas.microsoft.com/office/drawing/2014/main" id="{5998504B-EC3A-518A-103E-049E5EFBB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053" y="3763926"/>
            <a:ext cx="3244587" cy="2745731"/>
          </a:xfrm>
          <a:prstGeom prst="rect">
            <a:avLst/>
          </a:prstGeom>
        </p:spPr>
      </p:pic>
      <p:pic>
        <p:nvPicPr>
          <p:cNvPr id="6" name="Content Placeholder 4" descr="A child holding a medal&#10;&#10;AI-generated content may be incorrect.">
            <a:extLst>
              <a:ext uri="{FF2B5EF4-FFF2-40B4-BE49-F238E27FC236}">
                <a16:creationId xmlns:a16="http://schemas.microsoft.com/office/drawing/2014/main" id="{B4E828BE-A903-2F38-437A-E44FE7BEB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955" y="3763925"/>
            <a:ext cx="2920992" cy="27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1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65A0C-67AE-04C8-8F02-DFE3D1B1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908" y="889604"/>
            <a:ext cx="7524184" cy="3663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735EE1-A253-40F5-1811-ECF6A5624570}"/>
              </a:ext>
            </a:extLst>
          </p:cNvPr>
          <p:cNvSpPr txBox="1"/>
          <p:nvPr/>
        </p:nvSpPr>
        <p:spPr>
          <a:xfrm>
            <a:off x="3640654" y="4860400"/>
            <a:ext cx="49106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  <a:r>
              <a:rPr lang="en-GB" sz="6600" baseline="30000" dirty="0">
                <a:latin typeface="Aharoni" panose="02010803020104030203" pitchFamily="2" charset="-79"/>
                <a:cs typeface="Aharoni" panose="02010803020104030203" pitchFamily="2" charset="-79"/>
              </a:rPr>
              <a:t>th</a:t>
            </a:r>
            <a:r>
              <a:rPr lang="en-GB" sz="6600" dirty="0">
                <a:latin typeface="Aharoni" panose="02010803020104030203" pitchFamily="2" charset="-79"/>
                <a:cs typeface="Aharoni" panose="02010803020104030203" pitchFamily="2" charset="-79"/>
              </a:rPr>
              <a:t> (world)</a:t>
            </a:r>
          </a:p>
        </p:txBody>
      </p:sp>
    </p:spTree>
    <p:extLst>
      <p:ext uri="{BB962C8B-B14F-4D97-AF65-F5344CB8AC3E}">
        <p14:creationId xmlns:p14="http://schemas.microsoft.com/office/powerpoint/2010/main" val="211441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AFB3-D3F5-EF6B-7F33-976AE80D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Ready???</a:t>
            </a:r>
          </a:p>
        </p:txBody>
      </p:sp>
    </p:spTree>
    <p:extLst>
      <p:ext uri="{BB962C8B-B14F-4D97-AF65-F5344CB8AC3E}">
        <p14:creationId xmlns:p14="http://schemas.microsoft.com/office/powerpoint/2010/main" val="41187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949B-ABA6-3ACC-135C-5A8FE24B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Today’s Objectives…</a:t>
            </a:r>
          </a:p>
        </p:txBody>
      </p:sp>
    </p:spTree>
    <p:extLst>
      <p:ext uri="{BB962C8B-B14F-4D97-AF65-F5344CB8AC3E}">
        <p14:creationId xmlns:p14="http://schemas.microsoft.com/office/powerpoint/2010/main" val="180846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3554C-35DA-1CED-677C-BEA93F3C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6339" y="1275431"/>
            <a:ext cx="7739321" cy="43071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3 common </a:t>
            </a:r>
            <a:r>
              <a:rPr lang="en-GB" sz="4000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misunderstandings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3 common </a:t>
            </a:r>
            <a:r>
              <a:rPr lang="en-GB" sz="4000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obstacles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to success 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How to use resources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My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gift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at the end</a:t>
            </a:r>
          </a:p>
        </p:txBody>
      </p:sp>
    </p:spTree>
    <p:extLst>
      <p:ext uri="{BB962C8B-B14F-4D97-AF65-F5344CB8AC3E}">
        <p14:creationId xmlns:p14="http://schemas.microsoft.com/office/powerpoint/2010/main" val="7804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9578-AA63-92E5-009E-03092E72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Ask yourself this before anything…</a:t>
            </a:r>
          </a:p>
        </p:txBody>
      </p:sp>
    </p:spTree>
    <p:extLst>
      <p:ext uri="{BB962C8B-B14F-4D97-AF65-F5344CB8AC3E}">
        <p14:creationId xmlns:p14="http://schemas.microsoft.com/office/powerpoint/2010/main" val="93075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ABC2-447D-879B-274D-A052C903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4475"/>
            <a:ext cx="6094228" cy="506241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6000" dirty="0">
                <a:latin typeface="Aharoni" panose="02010803020104030203" pitchFamily="2" charset="-79"/>
                <a:cs typeface="Aharoni" panose="02010803020104030203" pitchFamily="2" charset="-79"/>
              </a:rPr>
              <a:t>30 mins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D459F-6BC6-94C1-72E4-6E38BA17DB44}"/>
              </a:ext>
            </a:extLst>
          </p:cNvPr>
          <p:cNvSpPr txBox="1"/>
          <p:nvPr/>
        </p:nvSpPr>
        <p:spPr>
          <a:xfrm>
            <a:off x="6094228" y="1104475"/>
            <a:ext cx="5707912" cy="462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Knowing exactly </a:t>
            </a: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how to plan your day 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so you don’t waste time wondering where to start</a:t>
            </a:r>
          </a:p>
          <a:p>
            <a:pPr lvl="1">
              <a:lnSpc>
                <a:spcPct val="150000"/>
              </a:lnSpc>
            </a:pP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Exact </a:t>
            </a: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technique top students use 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to remember 3x more in half the time - and you’ll try it today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Understand </a:t>
            </a:r>
            <a:r>
              <a:rPr lang="en-GB" i="1" dirty="0">
                <a:latin typeface="Aharoni" panose="02010803020104030203" pitchFamily="2" charset="-79"/>
                <a:cs typeface="Aharoni" panose="02010803020104030203" pitchFamily="2" charset="-79"/>
              </a:rPr>
              <a:t>why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your revision hasn’t worked… and </a:t>
            </a: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how to fix it with one simple mindset shift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FF60AC-9F7B-3620-21CD-A1EEC7381684}"/>
              </a:ext>
            </a:extLst>
          </p:cNvPr>
          <p:cNvCxnSpPr>
            <a:cxnSpLocks/>
          </p:cNvCxnSpPr>
          <p:nvPr/>
        </p:nvCxnSpPr>
        <p:spPr>
          <a:xfrm flipV="1">
            <a:off x="609422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1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2957-92D2-9585-8FF2-97B43E4F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Lock In 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(by turning off your phone/distractors)</a:t>
            </a:r>
          </a:p>
        </p:txBody>
      </p:sp>
    </p:spTree>
    <p:extLst>
      <p:ext uri="{BB962C8B-B14F-4D97-AF65-F5344CB8AC3E}">
        <p14:creationId xmlns:p14="http://schemas.microsoft.com/office/powerpoint/2010/main" val="332228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ADE7-8858-882F-31AC-362BC393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More </a:t>
            </a: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hours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Higher </a:t>
            </a: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grades</a:t>
            </a:r>
          </a:p>
        </p:txBody>
      </p:sp>
    </p:spTree>
    <p:extLst>
      <p:ext uri="{BB962C8B-B14F-4D97-AF65-F5344CB8AC3E}">
        <p14:creationId xmlns:p14="http://schemas.microsoft.com/office/powerpoint/2010/main" val="389710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uple of people planting rice&#10;&#10;AI-generated content may be incorrect.">
            <a:extLst>
              <a:ext uri="{FF2B5EF4-FFF2-40B4-BE49-F238E27FC236}">
                <a16:creationId xmlns:a16="http://schemas.microsoft.com/office/drawing/2014/main" id="{56E24527-D4BD-E28B-2A26-2C0942BD0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71" y="1425319"/>
            <a:ext cx="6017058" cy="4007361"/>
          </a:xfrm>
        </p:spPr>
      </p:pic>
    </p:spTree>
    <p:extLst>
      <p:ext uri="{BB962C8B-B14F-4D97-AF65-F5344CB8AC3E}">
        <p14:creationId xmlns:p14="http://schemas.microsoft.com/office/powerpoint/2010/main" val="3371181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 descr="A person holding a cup of coffee and writing on a book&#10;&#10;AI-generated content may be incorrect.">
            <a:extLst>
              <a:ext uri="{FF2B5EF4-FFF2-40B4-BE49-F238E27FC236}">
                <a16:creationId xmlns:a16="http://schemas.microsoft.com/office/drawing/2014/main" id="{4A4C39A0-26BA-4859-DDB8-50300260D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71" y="1422311"/>
            <a:ext cx="6017058" cy="40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6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E926-A7D8-4A14-835A-C6AEE0D8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8663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vs</a:t>
            </a:r>
          </a:p>
        </p:txBody>
      </p:sp>
      <p:pic>
        <p:nvPicPr>
          <p:cNvPr id="4" name="Content Placeholder 4" descr="A couple of people planting rice&#10;&#10;AI-generated content may be incorrect.">
            <a:extLst>
              <a:ext uri="{FF2B5EF4-FFF2-40B4-BE49-F238E27FC236}">
                <a16:creationId xmlns:a16="http://schemas.microsoft.com/office/drawing/2014/main" id="{F977AF6B-7E94-39B2-3712-14FE98332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290"/>
            <a:ext cx="4361736" cy="2904916"/>
          </a:xfrm>
          <a:prstGeom prst="rect">
            <a:avLst/>
          </a:prstGeom>
        </p:spPr>
      </p:pic>
      <p:pic>
        <p:nvPicPr>
          <p:cNvPr id="5" name="Content Placeholder 4" descr="A person holding a cup of coffee and writing on a book&#10;&#10;AI-generated content may be incorrect.">
            <a:extLst>
              <a:ext uri="{FF2B5EF4-FFF2-40B4-BE49-F238E27FC236}">
                <a16:creationId xmlns:a16="http://schemas.microsoft.com/office/drawing/2014/main" id="{943A2E24-227E-B894-071D-444DF813E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064" y="1598928"/>
            <a:ext cx="4361736" cy="2909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B13F35-D1E6-D762-333D-8009AF3DA8BD}"/>
              </a:ext>
            </a:extLst>
          </p:cNvPr>
          <p:cNvSpPr txBox="1"/>
          <p:nvPr/>
        </p:nvSpPr>
        <p:spPr>
          <a:xfrm>
            <a:off x="0" y="476053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More hours </a:t>
            </a:r>
            <a:r>
              <a:rPr lang="en-GB" b="1" u="sng" dirty="0">
                <a:solidFill>
                  <a:srgbClr val="195AF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GB" u="sng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Same grades</a:t>
            </a:r>
            <a:endParaRPr lang="en-GB" u="sng" dirty="0">
              <a:solidFill>
                <a:srgbClr val="195AF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3424F-3F7F-BA20-AFE2-B5881B9CFF9F}"/>
              </a:ext>
            </a:extLst>
          </p:cNvPr>
          <p:cNvSpPr txBox="1"/>
          <p:nvPr/>
        </p:nvSpPr>
        <p:spPr>
          <a:xfrm>
            <a:off x="6094228" y="476053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More hours </a:t>
            </a:r>
            <a:r>
              <a:rPr lang="en-GB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  <a:sym typeface="Wingdings" panose="05000000000000000000" pitchFamily="2" charset="2"/>
              </a:rPr>
              <a:t></a:t>
            </a:r>
            <a:r>
              <a:rPr lang="en-GB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Higher grades</a:t>
            </a:r>
            <a:endParaRPr lang="en-GB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432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E97B-B415-9BEB-0F0A-BE0B92E4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He knows </a:t>
            </a: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something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that 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farmer 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doesn’t know…</a:t>
            </a:r>
          </a:p>
        </p:txBody>
      </p:sp>
    </p:spTree>
    <p:extLst>
      <p:ext uri="{BB962C8B-B14F-4D97-AF65-F5344CB8AC3E}">
        <p14:creationId xmlns:p14="http://schemas.microsoft.com/office/powerpoint/2010/main" val="72037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32FB-A1BA-F9C9-5692-B952B70CA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Flashcard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Myths</a:t>
            </a:r>
          </a:p>
        </p:txBody>
      </p:sp>
    </p:spTree>
    <p:extLst>
      <p:ext uri="{BB962C8B-B14F-4D97-AF65-F5344CB8AC3E}">
        <p14:creationId xmlns:p14="http://schemas.microsoft.com/office/powerpoint/2010/main" val="396505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EE5D03-07F9-9224-36CF-1B6934EB7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3" y="1355581"/>
            <a:ext cx="10856693" cy="1164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1E6E0-543F-7658-0709-AAF369941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3315002"/>
            <a:ext cx="9145276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50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09E7-1273-1F25-4CA9-82889A14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900" dirty="0">
                <a:latin typeface="Aharoni" panose="02010803020104030203" pitchFamily="2" charset="-79"/>
                <a:cs typeface="Aharoni" panose="02010803020104030203" pitchFamily="2" charset="-79"/>
              </a:rPr>
              <a:t>Several</a:t>
            </a:r>
            <a:r>
              <a:rPr lang="en-GB" sz="3900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hours </a:t>
            </a:r>
            <a:r>
              <a:rPr lang="en-GB" sz="3900" dirty="0">
                <a:latin typeface="Aharoni" panose="02010803020104030203" pitchFamily="2" charset="-79"/>
                <a:cs typeface="Aharoni" panose="02010803020104030203" pitchFamily="2" charset="-79"/>
              </a:rPr>
              <a:t>… for </a:t>
            </a:r>
            <a:r>
              <a:rPr lang="en-GB" sz="39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ONE</a:t>
            </a:r>
            <a:r>
              <a:rPr lang="en-GB" sz="3900" dirty="0">
                <a:latin typeface="Aharoni" panose="02010803020104030203" pitchFamily="2" charset="-79"/>
                <a:cs typeface="Aharoni" panose="02010803020104030203" pitchFamily="2" charset="-79"/>
              </a:rPr>
              <a:t> TOPIC??</a:t>
            </a:r>
          </a:p>
        </p:txBody>
      </p:sp>
    </p:spTree>
    <p:extLst>
      <p:ext uri="{BB962C8B-B14F-4D97-AF65-F5344CB8AC3E}">
        <p14:creationId xmlns:p14="http://schemas.microsoft.com/office/powerpoint/2010/main" val="796236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558D-5365-A7C9-DDD6-6797208E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Digital MCQs </a:t>
            </a:r>
            <a:r>
              <a:rPr lang="en-GB" sz="3600" dirty="0">
                <a:latin typeface="Aharoni" panose="02010803020104030203" pitchFamily="2" charset="-79"/>
                <a:cs typeface="Aharoni" panose="02010803020104030203" pitchFamily="2" charset="-79"/>
              </a:rPr>
              <a:t>– </a:t>
            </a:r>
            <a:r>
              <a:rPr lang="en-GB" sz="3600" u="sng" dirty="0">
                <a:latin typeface="Aharoni" panose="02010803020104030203" pitchFamily="2" charset="-79"/>
                <a:cs typeface="Aharoni" panose="02010803020104030203" pitchFamily="2" charset="-79"/>
              </a:rPr>
              <a:t>Powered by AI </a:t>
            </a:r>
            <a:r>
              <a:rPr lang="en-GB" sz="3600" dirty="0">
                <a:latin typeface="Aharoni" panose="02010803020104030203" pitchFamily="2" charset="-79"/>
                <a:cs typeface="Aharoni" panose="02010803020104030203" pitchFamily="2" charset="-79"/>
              </a:rPr>
              <a:t>&gt;&gt;&gt;&gt;</a:t>
            </a:r>
          </a:p>
        </p:txBody>
      </p:sp>
    </p:spTree>
    <p:extLst>
      <p:ext uri="{BB962C8B-B14F-4D97-AF65-F5344CB8AC3E}">
        <p14:creationId xmlns:p14="http://schemas.microsoft.com/office/powerpoint/2010/main" val="214728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8BE4-4CE1-D01C-F901-EDA5A907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Motivation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or </a:t>
            </a: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Discipline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7141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ddyOsmani.com - Don't expect to be motivated everyday">
            <a:extLst>
              <a:ext uri="{FF2B5EF4-FFF2-40B4-BE49-F238E27FC236}">
                <a16:creationId xmlns:a16="http://schemas.microsoft.com/office/drawing/2014/main" id="{8A76CBD4-F91B-4F69-07A0-EC45CBE11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892" y="938892"/>
            <a:ext cx="4980215" cy="498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528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5A83-5280-EC61-C730-5DEE6F54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73" y="1130147"/>
            <a:ext cx="10810654" cy="4597706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A system built to 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get you disciplined 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EVERYDAY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518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3A7049-EC87-0ED5-CD67-D4144C86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02" y="911039"/>
            <a:ext cx="10783995" cy="503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92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1073-DD40-2E94-E7A9-40100B1F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haroni" panose="02010803020104030203" pitchFamily="2" charset="-79"/>
                <a:cs typeface="Aharoni" panose="02010803020104030203" pitchFamily="2" charset="-79"/>
              </a:rPr>
              <a:t>“You are not lazy or stupid, </a:t>
            </a:r>
            <a:r>
              <a:rPr lang="en-GB" sz="3600" u="sng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system</a:t>
            </a:r>
            <a:r>
              <a:rPr lang="en-GB" sz="3600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sz="3600" dirty="0">
                <a:latin typeface="Aharoni" panose="02010803020104030203" pitchFamily="2" charset="-79"/>
                <a:cs typeface="Aharoni" panose="02010803020104030203" pitchFamily="2" charset="-79"/>
              </a:rPr>
              <a:t>you are using is stopping you from succeeding”</a:t>
            </a:r>
          </a:p>
        </p:txBody>
      </p:sp>
    </p:spTree>
    <p:extLst>
      <p:ext uri="{BB962C8B-B14F-4D97-AF65-F5344CB8AC3E}">
        <p14:creationId xmlns:p14="http://schemas.microsoft.com/office/powerpoint/2010/main" val="1324631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E88A-CF12-449C-9AE2-07E89517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Why can’t you </a:t>
            </a:r>
            <a:r>
              <a:rPr lang="en-GB" sz="4000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stay focused?</a:t>
            </a:r>
          </a:p>
        </p:txBody>
      </p:sp>
    </p:spTree>
    <p:extLst>
      <p:ext uri="{BB962C8B-B14F-4D97-AF65-F5344CB8AC3E}">
        <p14:creationId xmlns:p14="http://schemas.microsoft.com/office/powerpoint/2010/main" val="3598176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D8E9-AED2-16B3-CB9B-BA7AFCAB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6672"/>
            <a:ext cx="10515600" cy="12046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Constant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Distractions</a:t>
            </a:r>
          </a:p>
          <a:p>
            <a:pPr marL="0" indent="0" algn="ctr">
              <a:buNone/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(</a:t>
            </a:r>
            <a:r>
              <a:rPr lang="en-GB" sz="4000" dirty="0" err="1">
                <a:latin typeface="Aharoni" panose="02010803020104030203" pitchFamily="2" charset="-79"/>
                <a:cs typeface="Aharoni" panose="02010803020104030203" pitchFamily="2" charset="-79"/>
              </a:rPr>
              <a:t>Tiktok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, Video Games, TVs…)</a:t>
            </a:r>
          </a:p>
        </p:txBody>
      </p:sp>
    </p:spTree>
    <p:extLst>
      <p:ext uri="{BB962C8B-B14F-4D97-AF65-F5344CB8AC3E}">
        <p14:creationId xmlns:p14="http://schemas.microsoft.com/office/powerpoint/2010/main" val="1527796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777F-629C-6BAA-636A-54D55BD9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457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Design Your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Pre-Work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Ruleset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73EFF-6ED0-C31F-E10C-7A1D5DFD55A7}"/>
              </a:ext>
            </a:extLst>
          </p:cNvPr>
          <p:cNvSpPr txBox="1"/>
          <p:nvPr/>
        </p:nvSpPr>
        <p:spPr>
          <a:xfrm>
            <a:off x="1779180" y="2206184"/>
            <a:ext cx="8633637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800" dirty="0">
                <a:latin typeface="Aharoni" panose="02010803020104030203" pitchFamily="2" charset="-79"/>
                <a:cs typeface="Aharoni" panose="02010803020104030203" pitchFamily="2" charset="-79"/>
              </a:rPr>
              <a:t>Phone away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800" dirty="0">
                <a:latin typeface="Aharoni" panose="02010803020104030203" pitchFamily="2" charset="-79"/>
                <a:cs typeface="Aharoni" panose="02010803020104030203" pitchFamily="2" charset="-79"/>
              </a:rPr>
              <a:t>Chuck coffee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800" dirty="0">
                <a:latin typeface="Aharoni" panose="02010803020104030203" pitchFamily="2" charset="-79"/>
                <a:cs typeface="Aharoni" panose="02010803020104030203" pitchFamily="2" charset="-79"/>
              </a:rPr>
              <a:t>Hit random dance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800" dirty="0">
                <a:latin typeface="Aharoni" panose="02010803020104030203" pitchFamily="2" charset="-79"/>
                <a:cs typeface="Aharoni" panose="02010803020104030203" pitchFamily="2" charset="-79"/>
              </a:rPr>
              <a:t>Turn on music…</a:t>
            </a:r>
          </a:p>
        </p:txBody>
      </p:sp>
    </p:spTree>
    <p:extLst>
      <p:ext uri="{BB962C8B-B14F-4D97-AF65-F5344CB8AC3E}">
        <p14:creationId xmlns:p14="http://schemas.microsoft.com/office/powerpoint/2010/main" val="3391140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6BDFEE-4460-9130-7A69-862C4B56A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84" y="1271212"/>
            <a:ext cx="2990832" cy="4959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285D4-3AFD-284A-C21A-F6E7D923ADCE}"/>
              </a:ext>
            </a:extLst>
          </p:cNvPr>
          <p:cNvSpPr txBox="1"/>
          <p:nvPr/>
        </p:nvSpPr>
        <p:spPr>
          <a:xfrm>
            <a:off x="3048000" y="33166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My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Pre-Work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Ruleset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22670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0AD4-0B12-9C5A-9A77-480B8BBC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“Overload &amp; Burnouts”</a:t>
            </a:r>
          </a:p>
        </p:txBody>
      </p:sp>
    </p:spTree>
    <p:extLst>
      <p:ext uri="{BB962C8B-B14F-4D97-AF65-F5344CB8AC3E}">
        <p14:creationId xmlns:p14="http://schemas.microsoft.com/office/powerpoint/2010/main" val="2668811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EEDD-B88E-14F9-8C1F-BEF1129A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Aharoni" panose="02010803020104030203" pitchFamily="2" charset="-79"/>
                <a:cs typeface="Aharoni" panose="02010803020104030203" pitchFamily="2" charset="-79"/>
              </a:rPr>
              <a:t>Trick Your </a:t>
            </a:r>
            <a:r>
              <a:rPr lang="en-GB" sz="6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Brain</a:t>
            </a:r>
          </a:p>
        </p:txBody>
      </p:sp>
    </p:spTree>
    <p:extLst>
      <p:ext uri="{BB962C8B-B14F-4D97-AF65-F5344CB8AC3E}">
        <p14:creationId xmlns:p14="http://schemas.microsoft.com/office/powerpoint/2010/main" val="3897051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87CC-E78A-6097-5D44-3FA62FFF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000" dirty="0">
                <a:latin typeface="Aharoni" panose="02010803020104030203" pitchFamily="2" charset="-79"/>
                <a:cs typeface="Aharoni" panose="02010803020104030203" pitchFamily="2" charset="-79"/>
              </a:rPr>
              <a:t>Sweet Spot for a </a:t>
            </a:r>
            <a:r>
              <a:rPr lang="en-GB" sz="5000" dirty="0">
                <a:solidFill>
                  <a:srgbClr val="195AFB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‘To-do List’?</a:t>
            </a:r>
          </a:p>
        </p:txBody>
      </p:sp>
    </p:spTree>
    <p:extLst>
      <p:ext uri="{BB962C8B-B14F-4D97-AF65-F5344CB8AC3E}">
        <p14:creationId xmlns:p14="http://schemas.microsoft.com/office/powerpoint/2010/main" val="3925809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F52C-1EEF-67F5-7EE8-F554EF54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Get ‘Power’ from 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Systemising Your Brain</a:t>
            </a:r>
          </a:p>
        </p:txBody>
      </p:sp>
    </p:spTree>
    <p:extLst>
      <p:ext uri="{BB962C8B-B14F-4D97-AF65-F5344CB8AC3E}">
        <p14:creationId xmlns:p14="http://schemas.microsoft.com/office/powerpoint/2010/main" val="983096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0980-1F42-5CAD-775F-284ADDA2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“I forget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everything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I just learned”</a:t>
            </a:r>
          </a:p>
        </p:txBody>
      </p:sp>
    </p:spTree>
    <p:extLst>
      <p:ext uri="{BB962C8B-B14F-4D97-AF65-F5344CB8AC3E}">
        <p14:creationId xmlns:p14="http://schemas.microsoft.com/office/powerpoint/2010/main" val="1726363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7734-454B-E13A-1420-001C79B0E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200" dirty="0">
                <a:latin typeface="Aharoni" panose="02010803020104030203" pitchFamily="2" charset="-79"/>
                <a:cs typeface="Aharoni" panose="02010803020104030203" pitchFamily="2" charset="-79"/>
              </a:rPr>
              <a:t>Spaced Repetition</a:t>
            </a:r>
          </a:p>
        </p:txBody>
      </p:sp>
    </p:spTree>
    <p:extLst>
      <p:ext uri="{BB962C8B-B14F-4D97-AF65-F5344CB8AC3E}">
        <p14:creationId xmlns:p14="http://schemas.microsoft.com/office/powerpoint/2010/main" val="546467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E888-6AAE-B80B-D4AF-18F4BB90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2AF32B-2248-7E6E-4214-7A5F09AEA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844" y="231956"/>
            <a:ext cx="4522312" cy="6394087"/>
          </a:xfrm>
        </p:spPr>
      </p:pic>
    </p:spTree>
    <p:extLst>
      <p:ext uri="{BB962C8B-B14F-4D97-AF65-F5344CB8AC3E}">
        <p14:creationId xmlns:p14="http://schemas.microsoft.com/office/powerpoint/2010/main" val="3270471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A591-340C-206C-CFB3-BD9A0DDE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Execute??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sz="3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(Feynman Technique)</a:t>
            </a:r>
          </a:p>
        </p:txBody>
      </p:sp>
    </p:spTree>
    <p:extLst>
      <p:ext uri="{BB962C8B-B14F-4D97-AF65-F5344CB8AC3E}">
        <p14:creationId xmlns:p14="http://schemas.microsoft.com/office/powerpoint/2010/main" val="1248868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10A5-4FF2-9098-FB66-2DEDE67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My example: ‘</a:t>
            </a: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Ovulation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744810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5B1D9C7-C77C-589C-56BC-8D4A56373E0D}"/>
              </a:ext>
            </a:extLst>
          </p:cNvPr>
          <p:cNvSpPr txBox="1">
            <a:spLocks/>
          </p:cNvSpPr>
          <p:nvPr/>
        </p:nvSpPr>
        <p:spPr>
          <a:xfrm>
            <a:off x="1348119" y="2766218"/>
            <a:ext cx="94957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300" b="1" dirty="0">
                <a:latin typeface="Aharoni" panose="02010803020104030203" pitchFamily="2" charset="-79"/>
                <a:cs typeface="Aharoni" panose="02010803020104030203" pitchFamily="2" charset="-79"/>
              </a:rPr>
              <a:t>When an egg is released from the</a:t>
            </a:r>
            <a:br>
              <a:rPr lang="en-GB" sz="33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sz="3300" b="1" dirty="0">
                <a:latin typeface="Aharoni" panose="02010803020104030203" pitchFamily="2" charset="-79"/>
                <a:cs typeface="Aharoni" panose="02010803020104030203" pitchFamily="2" charset="-79"/>
              </a:rPr>
              <a:t>ovary, usually around day 14 of the cycle.</a:t>
            </a:r>
            <a:endParaRPr lang="en-GB" sz="33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1229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132858-53DF-0A2D-EDE1-6777014F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455" y="1600637"/>
            <a:ext cx="9497090" cy="3407297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GB" sz="4000" b="0" i="0" u="none" strike="noStrike" baseline="0" dirty="0">
                <a:latin typeface="Aharoni" panose="02010803020104030203" pitchFamily="2" charset="-79"/>
                <a:cs typeface="Aharoni" panose="02010803020104030203" pitchFamily="2" charset="-79"/>
              </a:rPr>
              <a:t>Like releasing a balloon 🎈— </a:t>
            </a:r>
            <a:br>
              <a:rPr lang="en-GB" sz="4000" b="0" i="0" u="none" strike="noStrike" baseline="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sz="4000" b="0" i="0" u="none" strike="noStrike" baseline="0" dirty="0">
                <a:latin typeface="Aharoni" panose="02010803020104030203" pitchFamily="2" charset="-79"/>
                <a:cs typeface="Aharoni" panose="02010803020104030203" pitchFamily="2" charset="-79"/>
              </a:rPr>
              <a:t>the egg floats out of the ovary and </a:t>
            </a:r>
            <a:br>
              <a:rPr lang="en-GB" sz="4000" b="0" i="0" u="none" strike="noStrike" baseline="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sz="4000" b="0" i="0" u="none" strike="noStrike" baseline="0" dirty="0">
                <a:latin typeface="Aharoni" panose="02010803020104030203" pitchFamily="2" charset="-79"/>
                <a:cs typeface="Aharoni" panose="02010803020104030203" pitchFamily="2" charset="-79"/>
              </a:rPr>
              <a:t>is ready to meet sperm.</a:t>
            </a:r>
            <a:endParaRPr lang="en-GB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22560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1A5C-C367-BB08-C8B4-29B3DEA7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500" dirty="0">
                <a:latin typeface="Aharoni" panose="02010803020104030203" pitchFamily="2" charset="-79"/>
                <a:cs typeface="Aharoni" panose="02010803020104030203" pitchFamily="2" charset="-79"/>
              </a:rPr>
              <a:t>Before we finish…</a:t>
            </a:r>
          </a:p>
        </p:txBody>
      </p:sp>
    </p:spTree>
    <p:extLst>
      <p:ext uri="{BB962C8B-B14F-4D97-AF65-F5344CB8AC3E}">
        <p14:creationId xmlns:p14="http://schemas.microsoft.com/office/powerpoint/2010/main" val="581639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D1B7-63A5-3C92-011D-E37CD17E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500" dirty="0">
                <a:latin typeface="Aharoni" panose="02010803020104030203" pitchFamily="2" charset="-79"/>
                <a:cs typeface="Aharoni" panose="02010803020104030203" pitchFamily="2" charset="-79"/>
              </a:rPr>
              <a:t>Your Promise?</a:t>
            </a:r>
          </a:p>
        </p:txBody>
      </p:sp>
    </p:spTree>
    <p:extLst>
      <p:ext uri="{BB962C8B-B14F-4D97-AF65-F5344CB8AC3E}">
        <p14:creationId xmlns:p14="http://schemas.microsoft.com/office/powerpoint/2010/main" val="2755864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6B1E-EAE3-06FC-7946-7D8D36DD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875" y="710803"/>
            <a:ext cx="5556250" cy="54363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“Next term”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Start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earlier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High-paying</a:t>
            </a: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 job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Aharoni" panose="02010803020104030203" pitchFamily="2" charset="-79"/>
                <a:cs typeface="Aharoni" panose="02010803020104030203" pitchFamily="2" charset="-79"/>
              </a:rPr>
              <a:t>Make parents </a:t>
            </a: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proud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Respect</a:t>
            </a:r>
          </a:p>
        </p:txBody>
      </p:sp>
    </p:spTree>
    <p:extLst>
      <p:ext uri="{BB962C8B-B14F-4D97-AF65-F5344CB8AC3E}">
        <p14:creationId xmlns:p14="http://schemas.microsoft.com/office/powerpoint/2010/main" val="3097799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4EC6-0FD0-07AA-50F7-C7B5061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A </a:t>
            </a:r>
            <a:r>
              <a:rPr lang="en-GB" u="sng" dirty="0">
                <a:latin typeface="Aharoni" panose="02010803020104030203" pitchFamily="2" charset="-79"/>
                <a:cs typeface="Aharoni" panose="02010803020104030203" pitchFamily="2" charset="-79"/>
              </a:rPr>
              <a:t>Pre-Built System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 you</a:t>
            </a:r>
            <a:b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(Plug-and-wait)</a:t>
            </a:r>
          </a:p>
        </p:txBody>
      </p:sp>
    </p:spTree>
    <p:extLst>
      <p:ext uri="{BB962C8B-B14F-4D97-AF65-F5344CB8AC3E}">
        <p14:creationId xmlns:p14="http://schemas.microsoft.com/office/powerpoint/2010/main" val="3345409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2C5F-675D-63B7-5026-D7ED03D3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Waitlist-</a:t>
            </a:r>
            <a:r>
              <a:rPr lang="en-GB" dirty="0" err="1">
                <a:latin typeface="Aharoni" panose="02010803020104030203" pitchFamily="2" charset="-79"/>
                <a:cs typeface="Aharoni" panose="02010803020104030203" pitchFamily="2" charset="-79"/>
              </a:rPr>
              <a:t>ers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 – </a:t>
            </a:r>
            <a:r>
              <a:rPr lang="en-GB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50% Off </a:t>
            </a:r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– First Launch</a:t>
            </a:r>
          </a:p>
        </p:txBody>
      </p:sp>
    </p:spTree>
    <p:extLst>
      <p:ext uri="{BB962C8B-B14F-4D97-AF65-F5344CB8AC3E}">
        <p14:creationId xmlns:p14="http://schemas.microsoft.com/office/powerpoint/2010/main" val="520716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ED7E-7618-9706-07D7-24F53410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000" dirty="0">
                <a:latin typeface="Aharoni" panose="02010803020104030203" pitchFamily="2" charset="-79"/>
                <a:cs typeface="Aharoni" panose="02010803020104030203" pitchFamily="2" charset="-79"/>
              </a:rPr>
              <a:t>I Value </a:t>
            </a:r>
            <a:r>
              <a:rPr lang="en-GB" sz="50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Your Trust</a:t>
            </a:r>
          </a:p>
        </p:txBody>
      </p:sp>
    </p:spTree>
    <p:extLst>
      <p:ext uri="{BB962C8B-B14F-4D97-AF65-F5344CB8AC3E}">
        <p14:creationId xmlns:p14="http://schemas.microsoft.com/office/powerpoint/2010/main" val="1960061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368F-4AFC-A003-EEA1-D27BD966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Scan here </a:t>
            </a: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⬇️</a:t>
            </a:r>
            <a:endParaRPr lang="en-GB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634FDED-3817-708F-67A6-DDE6156A0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48" y="1912318"/>
            <a:ext cx="2828703" cy="40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25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65A9-6776-CDE2-AF39-BF57D3C1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Aharoni" panose="02010803020104030203" pitchFamily="2" charset="-79"/>
                <a:cs typeface="Aharoni" panose="02010803020104030203" pitchFamily="2" charset="-79"/>
              </a:rPr>
              <a:t>See you inside the course! </a:t>
            </a: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👋</a:t>
            </a:r>
            <a:endParaRPr lang="en-GB" sz="4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824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408</Words>
  <Application>Microsoft Office PowerPoint</Application>
  <PresentationFormat>Widescreen</PresentationFormat>
  <Paragraphs>70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Aharoni</vt:lpstr>
      <vt:lpstr>Aptos</vt:lpstr>
      <vt:lpstr>Aptos Display</vt:lpstr>
      <vt:lpstr>Arial</vt:lpstr>
      <vt:lpstr>Times New Roman</vt:lpstr>
      <vt:lpstr>Wingdings</vt:lpstr>
      <vt:lpstr>Office Theme</vt:lpstr>
      <vt:lpstr>You probably clicked the link because…</vt:lpstr>
      <vt:lpstr>PowerPoint Presentation</vt:lpstr>
      <vt:lpstr>PowerPoint Presentation</vt:lpstr>
      <vt:lpstr>About me</vt:lpstr>
      <vt:lpstr>PowerPoint Presentation</vt:lpstr>
      <vt:lpstr>Ready???</vt:lpstr>
      <vt:lpstr>Today’s Objectives…</vt:lpstr>
      <vt:lpstr>PowerPoint Presentation</vt:lpstr>
      <vt:lpstr>Ask yourself this before anything…</vt:lpstr>
      <vt:lpstr>PowerPoint Presentation</vt:lpstr>
      <vt:lpstr>Lock In (by turning off your phone/distractors)</vt:lpstr>
      <vt:lpstr>More hours ≠ Higher grades</vt:lpstr>
      <vt:lpstr>PowerPoint Presentation</vt:lpstr>
      <vt:lpstr>PowerPoint Presentation</vt:lpstr>
      <vt:lpstr>vs</vt:lpstr>
      <vt:lpstr>He knows something that  the farmer doesn’t know…</vt:lpstr>
      <vt:lpstr>Flashcard Myths</vt:lpstr>
      <vt:lpstr>PowerPoint Presentation</vt:lpstr>
      <vt:lpstr>Several hours … for ONE TOPIC??</vt:lpstr>
      <vt:lpstr>Digital MCQs – Powered by AI &gt;&gt;&gt;&gt;</vt:lpstr>
      <vt:lpstr>Motivation or Discipline?</vt:lpstr>
      <vt:lpstr>PowerPoint Presentation</vt:lpstr>
      <vt:lpstr>A system built to  get you disciplined  EVERYDAY…</vt:lpstr>
      <vt:lpstr>PowerPoint Presentation</vt:lpstr>
      <vt:lpstr>“You are not lazy or stupid, the system you are using is stopping you from succeeding”</vt:lpstr>
      <vt:lpstr>Why can’t you stay focused?</vt:lpstr>
      <vt:lpstr>PowerPoint Presentation</vt:lpstr>
      <vt:lpstr>Design Your Pre-Work Ruleset</vt:lpstr>
      <vt:lpstr>PowerPoint Presentation</vt:lpstr>
      <vt:lpstr>“Overload &amp; Burnouts”</vt:lpstr>
      <vt:lpstr>Trick Your Brain</vt:lpstr>
      <vt:lpstr>Sweet Spot for a ‘To-do List’?</vt:lpstr>
      <vt:lpstr>Get ‘Power’ from  Systemising Your Brain</vt:lpstr>
      <vt:lpstr>“I forget everything I just learned”</vt:lpstr>
      <vt:lpstr>Spaced Repetition</vt:lpstr>
      <vt:lpstr>PowerPoint Presentation</vt:lpstr>
      <vt:lpstr>Execute?? (Feynman Technique)</vt:lpstr>
      <vt:lpstr>My example: ‘Ovulation’</vt:lpstr>
      <vt:lpstr>PowerPoint Presentation</vt:lpstr>
      <vt:lpstr>Like releasing a balloon 🎈—  the egg floats out of the ovary and  is ready to meet sperm.</vt:lpstr>
      <vt:lpstr>Before we finish…</vt:lpstr>
      <vt:lpstr>Your Promise?</vt:lpstr>
      <vt:lpstr>PowerPoint Presentation</vt:lpstr>
      <vt:lpstr>A Pre-Built System for you (Plug-and-wait)</vt:lpstr>
      <vt:lpstr>Waitlist-ers – 50% Off – First Launch</vt:lpstr>
      <vt:lpstr>I Value Your Trust</vt:lpstr>
      <vt:lpstr>Scan here ⬇️</vt:lpstr>
      <vt:lpstr>See you inside the course! 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Ngoc Long Hoang [Student-LMS]</dc:creator>
  <cp:lastModifiedBy>Ngoc Long Hoang [Student-LMS]</cp:lastModifiedBy>
  <cp:revision>2</cp:revision>
  <dcterms:created xsi:type="dcterms:W3CDTF">2025-05-12T13:00:05Z</dcterms:created>
  <dcterms:modified xsi:type="dcterms:W3CDTF">2025-05-19T14:31:33Z</dcterms:modified>
</cp:coreProperties>
</file>